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_csharp.png"/><Relationship Id="rId4" Type="http://schemas.openxmlformats.org/officeDocument/2006/relationships/image" Target="../media/image_mysql.png"/><Relationship Id="rId5" Type="http://schemas.openxmlformats.org/officeDocument/2006/relationships/image" Target="../media/image_web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9144000" cy="10973"/>
          </a:xfrm>
          <a:prstGeom prst="rect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10973"/>
          </a:xfrm>
          <a:prstGeom prst="rect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916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02920" y="2670048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Épreuve EF3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114800" y="0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MELISSA SALHI — EF3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0" y="4315968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2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43159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887968" y="182880"/>
            <a:ext cx="10973" cy="4754880"/>
          </a:xfrm>
          <a:prstGeom prst="rect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 rot="5400000">
            <a:off x="8577072" y="45720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MELISSA SALHI — EF3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9144000" cy="10973"/>
          </a:xfrm>
          <a:prstGeom prst="rect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10973"/>
          </a:xfrm>
          <a:prstGeom prst="rect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48920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MELISSA SALHI — EF3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887968" y="182880"/>
            <a:ext cx="10973" cy="4754880"/>
          </a:xfrm>
          <a:prstGeom prst="rect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5400000">
            <a:off x="8577072" y="45720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MELISSA SALHI — EF3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38404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1.  </a:t>
            </a:r>
            <a:pPr indent="0" marL="0">
              <a:buNone/>
            </a:pPr>
            <a:r>
              <a:rPr lang="en-US" sz="22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des certifications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208483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2.  </a:t>
            </a:r>
            <a:pPr indent="0" marL="0">
              <a:buNone/>
            </a:pPr>
            <a:r>
              <a:rPr lang="en-US" sz="22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Pertinence de ces certifications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2920" y="290779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3.  </a:t>
            </a:r>
            <a:pPr indent="0" marL="0">
              <a:buNone/>
            </a:pPr>
            <a:r>
              <a:rPr lang="en-US" sz="22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des connaissances dans mon parcours</a:t>
            </a:r>
            <a:endParaRPr lang="en-US" sz="2600" dirty="0"/>
          </a:p>
          <a:p>
            <a:pPr indent="0" marL="0">
              <a:buNone/>
            </a:pPr>
            <a:r>
              <a:rPr lang="en-US" sz="22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    → Exemples de projets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2920" y="373075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4.  </a:t>
            </a:r>
            <a:pPr indent="0" marL="0">
              <a:buNone/>
            </a:pPr>
            <a:r>
              <a:rPr lang="en-US" sz="22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9144000" cy="10973"/>
          </a:xfrm>
          <a:prstGeom prst="rect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10973"/>
          </a:xfrm>
          <a:prstGeom prst="rect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48920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MELISSA SALHI — EF3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CLAUDE CODE 101</a:t>
            </a:r>
            <a:endParaRPr lang="en-US" sz="3200" dirty="0"/>
          </a:p>
        </p:txBody>
      </p:sp>
      <p:pic>
        <p:nvPicPr>
          <p:cNvPr id="6" name="Image 0" descr="/home/claude/certs_img/certificate-9db8apsiy6oq-1779462085-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97280"/>
            <a:ext cx="4846320" cy="3749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49240" y="1143000"/>
            <a:ext cx="349300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Émetteur : </a:t>
            </a:r>
            <a:pPr indent="0" marL="0">
              <a:buNone/>
            </a:pPr>
            <a:r>
              <a:rPr lang="en-US" sz="115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349240" y="1965960"/>
            <a:ext cx="3493008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49240" y="2057400"/>
            <a:ext cx="349300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Objectif : </a:t>
            </a:r>
            <a:pPr indent="0" marL="0">
              <a:buNone/>
            </a:pPr>
            <a:r>
              <a:rPr lang="en-US" sz="115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environnements de développement et des agents logiciels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49240" y="2880360"/>
            <a:ext cx="3493008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49240" y="2971800"/>
            <a:ext cx="349300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Compétence : </a:t>
            </a:r>
            <a:pPr indent="0" marL="0">
              <a:buNone/>
            </a:pPr>
            <a:r>
              <a:rPr lang="en-US" sz="115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architectures de dossiers et structures de projets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349240" y="3794760"/>
            <a:ext cx="3493008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49240" y="3886200"/>
            <a:ext cx="349300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Utilité : </a:t>
            </a:r>
            <a:pPr indent="0" marL="0">
              <a:buNone/>
            </a:pPr>
            <a:r>
              <a:rPr lang="en-US" sz="115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logique des fichiers de code (C#, Python, PHP)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9144000" cy="10973"/>
          </a:xfrm>
          <a:prstGeom prst="rect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10973"/>
          </a:xfrm>
          <a:prstGeom prst="rect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48920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MELISSA SALHI — EF3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AI FLUENCY : FRAMEWORK &amp; FOUNDATIONS</a:t>
            </a:r>
            <a:endParaRPr lang="en-US" sz="2600" dirty="0"/>
          </a:p>
        </p:txBody>
      </p:sp>
      <p:pic>
        <p:nvPicPr>
          <p:cNvPr id="6" name="Image 0" descr="/home/claude/certs_img/certificate-r4tmfmrdi44m-1779574035-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97280"/>
            <a:ext cx="4846320" cy="3749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49240" y="1143000"/>
            <a:ext cx="349300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Émetteur : </a:t>
            </a:r>
            <a:pPr indent="0" marL="0">
              <a:buNone/>
            </a:pPr>
            <a:r>
              <a:rPr lang="en-US" sz="115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/ UCC / Ringling College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349240" y="1965960"/>
            <a:ext cx="3493008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49240" y="2057400"/>
            <a:ext cx="349300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Objectif : </a:t>
            </a:r>
            <a:pPr indent="0" marL="0">
              <a:buNone/>
            </a:pPr>
            <a:r>
              <a:rPr lang="en-US" sz="115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Compréhension théorique des modèles logiques et frameworks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49240" y="2880360"/>
            <a:ext cx="3493008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49240" y="2971800"/>
            <a:ext cx="349300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Compétence : </a:t>
            </a:r>
            <a:pPr indent="0" marL="0">
              <a:buNone/>
            </a:pPr>
            <a:r>
              <a:rPr lang="en-US" sz="115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Structuration des données et rigueur conceptuelle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349240" y="3794760"/>
            <a:ext cx="3493008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49240" y="3886200"/>
            <a:ext cx="349300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Utilité : </a:t>
            </a:r>
            <a:pPr indent="0" marL="0">
              <a:buNone/>
            </a:pPr>
            <a:r>
              <a:rPr lang="en-US" sz="115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et planification des bases de données MySQL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9144000" cy="10973"/>
          </a:xfrm>
          <a:prstGeom prst="rect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10973"/>
          </a:xfrm>
          <a:prstGeom prst="rect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48920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MELISSA SALHI — EF3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CLAUDE 101</a:t>
            </a:r>
            <a:endParaRPr lang="en-US" sz="3200" dirty="0"/>
          </a:p>
        </p:txBody>
      </p:sp>
      <p:pic>
        <p:nvPicPr>
          <p:cNvPr id="6" name="Image 0" descr="/home/claude/certs_img/certificate-wh6i6gunby8m-1779460954-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97280"/>
            <a:ext cx="4846320" cy="3749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49240" y="1143000"/>
            <a:ext cx="349300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Émetteur : </a:t>
            </a:r>
            <a:pPr indent="0" marL="0">
              <a:buNone/>
            </a:pPr>
            <a:r>
              <a:rPr lang="en-US" sz="115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(Certificat No: wh6i6gunby8m)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349240" y="1965960"/>
            <a:ext cx="3493008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49240" y="2057400"/>
            <a:ext cx="349300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Objectif : </a:t>
            </a:r>
            <a:pPr indent="0" marL="0">
              <a:buNone/>
            </a:pPr>
            <a:r>
              <a:rPr lang="en-US" sz="115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des concepts fondamentaux de l'écosystème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49240" y="2880360"/>
            <a:ext cx="3493008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49240" y="2971800"/>
            <a:ext cx="349300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Compétence : </a:t>
            </a:r>
            <a:pPr indent="0" marL="0">
              <a:buNone/>
            </a:pPr>
            <a:r>
              <a:rPr lang="en-US" sz="115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Conceptualisation et organisation méthodique des idées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349240" y="3794760"/>
            <a:ext cx="3493008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49240" y="3886200"/>
            <a:ext cx="349300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Utilité : </a:t>
            </a:r>
            <a:pPr indent="0" marL="0">
              <a:buNone/>
            </a:pPr>
            <a:r>
              <a:rPr lang="en-US" sz="115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de la recherche documentaire technique (syntaxes et documentations)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9144000" cy="10973"/>
          </a:xfrm>
          <a:prstGeom prst="rect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10973"/>
          </a:xfrm>
          <a:prstGeom prst="rect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48920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MELISSA SALHI — EF3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INTRODUCTION TO CLAUDE COWORK</a:t>
            </a:r>
            <a:endParaRPr lang="en-US" sz="2600" dirty="0"/>
          </a:p>
        </p:txBody>
      </p:sp>
      <p:pic>
        <p:nvPicPr>
          <p:cNvPr id="6" name="Image 0" descr="/home/claude/certs_img/certificate-9urr9cnxu4fw-1779463359-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97280"/>
            <a:ext cx="4846320" cy="3749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49240" y="1143000"/>
            <a:ext cx="349300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Émetteur : </a:t>
            </a:r>
            <a:pPr indent="0" marL="0">
              <a:buNone/>
            </a:pPr>
            <a:r>
              <a:rPr lang="en-US" sz="115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349240" y="1965960"/>
            <a:ext cx="3493008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49240" y="2057400"/>
            <a:ext cx="349300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Objectif : </a:t>
            </a:r>
            <a:pPr indent="0" marL="0">
              <a:buNone/>
            </a:pPr>
            <a:r>
              <a:rPr lang="en-US" sz="115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de travail collaboratif et gestion de projet numérique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49240" y="2880360"/>
            <a:ext cx="3493008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49240" y="2971800"/>
            <a:ext cx="349300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Compétence : </a:t>
            </a:r>
            <a:pPr indent="0" marL="0">
              <a:buNone/>
            </a:pPr>
            <a:r>
              <a:rPr lang="en-US" sz="115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des étapes de conception d'une application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349240" y="3794760"/>
            <a:ext cx="3493008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49240" y="3886200"/>
            <a:ext cx="349300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Utilité : </a:t>
            </a:r>
            <a:pPr indent="0" marL="0">
              <a:buNone/>
            </a:pPr>
            <a:r>
              <a:rPr lang="en-US" sz="115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projet rigoureux et respect des cahiers des charges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9144000" cy="10973"/>
          </a:xfrm>
          <a:prstGeom prst="rect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10973"/>
          </a:xfrm>
          <a:prstGeom prst="rect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48920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MELISSA SALHI — EF3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CES CERTIFICATIONS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SONT-ELLES PERTINENTES 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92608" y="14173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/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professionnelle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081528" y="1371600"/>
            <a:ext cx="10973" cy="3291840"/>
          </a:xfrm>
          <a:prstGeom prst="rect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2176272"/>
            <a:ext cx="26517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certification agit comme un label de rigueur externe. Elle prouve une capacité à adopter des méthodes de travail modernes et rassure sur mon autonomie.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36976" y="14173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acquis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25896" y="1371600"/>
            <a:ext cx="10973" cy="3291840"/>
          </a:xfrm>
          <a:prstGeom prst="rect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82696" y="2176272"/>
            <a:ext cx="26517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à la structuration de la pensée : planification de la logique algorithmique (C#, Python) avant codage, et meilleure gestion des structures de bases de données (PHP/MySQL).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81344" y="14173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avantage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concurrentiel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27064" y="2176272"/>
            <a:ext cx="26517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diplôme égal, le candidat certifié démontre une plus grande proactivité, une curiosité technique et une capacité à mener une veille technologique active.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9144000" cy="10973"/>
          </a:xfrm>
          <a:prstGeom prst="rect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10973"/>
          </a:xfrm>
          <a:prstGeom prst="rect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48920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MELISSA SALHI — EF3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DES CONNAISSANCES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MON PARCOURS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92608" y="1417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école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081528" y="1371600"/>
            <a:ext cx="10973" cy="3291840"/>
          </a:xfrm>
          <a:prstGeom prst="rect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2103120"/>
            <a:ext cx="26517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certifications m'ont permis d'accroître ma rigueur et de me donner une base solide d'organisation dans la réalisation de mes projets d'école en programmation (C#, Python).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36976" y="1417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25896" y="1371600"/>
            <a:ext cx="10973" cy="3291840"/>
          </a:xfrm>
          <a:prstGeom prst="rect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82696" y="2103120"/>
            <a:ext cx="26517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cohérence avec mes projets de développement web (HTML/CSS/JS, PHP/MySQL). Elles m'ont permis de structurer mes développements de manière beaucoup plus efficace.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81344" y="1417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futurs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27064" y="2103120"/>
            <a:ext cx="26517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acquis méthodologiques sont un plus pour aborder sereinement mes futurs projets applicatifs complexes et mes stages professionnels en entreprise.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9144000" cy="10973"/>
          </a:xfrm>
          <a:prstGeom prst="rect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10973"/>
          </a:xfrm>
          <a:prstGeom prst="rect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48920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MELISSA SALHI — EF3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DE PROJETS D'ÉCOLE &amp; PREUVES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05156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et Développements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2724912" cy="2971800"/>
          </a:xfrm>
          <a:prstGeom prst="rect">
            <a:avLst/>
          </a:prstGeom>
          <a:solidFill>
            <a:srgbClr val="F0F2F5"/>
          </a:solidFill>
          <a:ln w="8890">
            <a:solidFill>
              <a:srgbClr val="0D2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81328"/>
            <a:ext cx="2542032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graphique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Windows Forms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481328"/>
            <a:ext cx="2724912" cy="2971800"/>
          </a:xfrm>
          <a:prstGeom prst="rect">
            <a:avLst/>
          </a:prstGeom>
          <a:solidFill>
            <a:srgbClr val="F0F2F5"/>
          </a:solidFill>
          <a:ln w="8890">
            <a:solidFill>
              <a:srgbClr val="0D21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481328"/>
            <a:ext cx="2542032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 fichiers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base MySQL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481328"/>
            <a:ext cx="2724912" cy="2971800"/>
          </a:xfrm>
          <a:prstGeom prst="rect">
            <a:avLst/>
          </a:prstGeom>
          <a:solidFill>
            <a:srgbClr val="F0F2F5"/>
          </a:solidFill>
          <a:ln w="8890">
            <a:solidFill>
              <a:srgbClr val="0D21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481328"/>
            <a:ext cx="2542032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· MySQL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457200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Lien GitHub : github.com/melissa979</a:t>
            </a:r>
            <a:endParaRPr lang="en-US" sz="1000" dirty="0"/>
          </a:p>
        </p:txBody>
      </p:sp>
      <p:pic>
        <p:nvPicPr>
          <p:cNvPr id="20" name="ImageCShar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481328"/>
            <a:ext cx="2724912" cy="2971800"/>
          </a:xfrm>
          <a:prstGeom prst="rect">
            <a:avLst/>
          </a:prstGeom>
        </p:spPr>
      </p:pic>
      <p:pic>
        <p:nvPicPr>
          <p:cNvPr id="21" name="ImageMySQ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481328"/>
            <a:ext cx="2724912" cy="2971800"/>
          </a:xfrm>
          <a:prstGeom prst="rect">
            <a:avLst/>
          </a:prstGeom>
        </p:spPr>
      </p:pic>
      <p:pic>
        <p:nvPicPr>
          <p:cNvPr id="22" name="ImageWeb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481328"/>
            <a:ext cx="2724912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9144000" cy="10973"/>
          </a:xfrm>
          <a:prstGeom prst="rect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10973"/>
          </a:xfrm>
          <a:prstGeom prst="rect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48920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MELISSA SALHI — EF3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CONCLURE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320040" y="9875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certifications m'ont permis...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8046720" cy="13716"/>
          </a:xfrm>
          <a:prstGeom prst="rect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" y="1975104"/>
            <a:ext cx="256032" cy="256032"/>
          </a:xfrm>
          <a:prstGeom prst="ellipse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44952" y="1975104"/>
            <a:ext cx="256032" cy="256032"/>
          </a:xfrm>
          <a:prstGeom prst="ellipse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66944" y="1975104"/>
            <a:ext cx="256032" cy="256032"/>
          </a:xfrm>
          <a:prstGeom prst="ellipse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79792" y="1975104"/>
            <a:ext cx="256032" cy="256032"/>
          </a:xfrm>
          <a:prstGeom prst="ellipse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237744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structurer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acquis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77440" y="237744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D'élargir ma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90288" y="237744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D'améliorer ma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projet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03136" y="237744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 différencier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marché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9144000" cy="10973"/>
          </a:xfrm>
          <a:prstGeom prst="rect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10973"/>
          </a:xfrm>
          <a:prstGeom prst="rect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0" y="0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MELISSA SALHI — EF3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i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écoute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8229600" y="4315968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2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43159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887968" y="182880"/>
            <a:ext cx="10973" cy="4754880"/>
          </a:xfrm>
          <a:prstGeom prst="rect">
            <a:avLst/>
          </a:prstGeom>
          <a:solidFill>
            <a:srgbClr val="0D2149"/>
          </a:solidFill>
          <a:ln w="12700">
            <a:solidFill>
              <a:srgbClr val="0D21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 rot="5400000">
            <a:off x="8577072" y="45720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MELISSA SALHI — EF3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EF3 — Certifications Anthropic</dc:title>
  <dc:subject>PptxGenJS Presentation</dc:subject>
  <dc:creator>Melissa Salhi</dc:creator>
  <cp:lastModifiedBy>Melissa Salhi</cp:lastModifiedBy>
  <cp:revision>1</cp:revision>
  <dcterms:created xsi:type="dcterms:W3CDTF">2026-06-06T20:57:12Z</dcterms:created>
  <dcterms:modified xsi:type="dcterms:W3CDTF">2026-06-06T20:57:12Z</dcterms:modified>
</cp:coreProperties>
</file>